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CHKPT — guide d’utilisation complet</a:t>
            </a:r>
          </a:p>
          <a:p/>
          <a:p>
            <a:r>
              <a:t>Sors. Check. Partage.</a:t>
            </a:r>
          </a:p>
          <a:p>
            <a:r>
              <a:t>Version du prototype actualisée au 30 octobre 2026.</a:t>
            </a:r>
          </a:p>
          <a:p>
            <a:r>
              <a:t>Un guide pour utiliser l’application, la présenter et retrouver les gestes utiles.</a:t>
            </a:r>
          </a:p>
          <a:p/>
          <a:p>
            <a:r>
              <a:t>Captures de la version testée · personnages, lieux et contenus fictifs · prototype, pas application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boutons à connaître</a:t>
            </a:r>
          </a:p>
          <a:p/>
          <a:p>
            <a:r>
              <a:t>Accueil : publications, stories et recherche générale.</a:t>
            </a:r>
          </a:p>
          <a:p>
            <a:r>
              <a:t>Carte : trouver et consulter des lieux.</a:t>
            </a:r>
          </a:p>
          <a:p>
            <a:r>
              <a:t>Symbole central Check-in : choisir un lieu et confirmer une visite.</a:t>
            </a:r>
          </a:p>
          <a:p>
            <a:r>
              <a:t>Sortir : sélections éditoriales et événements.</a:t>
            </a:r>
          </a:p>
          <a:p>
            <a:r>
              <a:t>Profil : votre présentation et vos publications ; ☰ ouvre votre menu personnel.</a:t>
            </a:r>
          </a:p>
          <a:p/>
          <a:p>
            <a:r>
              <a:t>Le point bordeaux et la couleur indiquent l’onglet actif. Retour retrouve la page précédente.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que montre cette version</a:t>
            </a:r>
          </a:p>
          <a:p/>
          <a:p>
            <a:r>
              <a:t>Quatre personnages : Ingrid N’Goan, Grâce Agbomi, Yacoub Ouattara et Georges Armand.</a:t>
            </a:r>
          </a:p>
          <a:p>
            <a:r>
              <a:t>Cinq publications de départ par personnage, avec des portraits et illustrations fictifs.</a:t>
            </a:r>
          </a:p>
          <a:p>
            <a:r>
              <a:t>Publicité fictive avant le fil puis après cinq publications visibles : banque, téléphonie, vêtements, mobilité et alcool réservé aux majeurs déclarés.</a:t>
            </a:r>
          </a:p>
          <a:p>
            <a:r>
              <a:t>Les comptes ajoutés et leurs données ne sont pas des preuves de traction commerciale.</a:t>
            </a:r>
          </a:p>
          <a:p/>
          <a:p>
            <a:r>
              <a:t>Les annonces ne sont pas cliquables et ne représentent aucun partenariat réel. Aucune publicité sur 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Lancer sur Mac ou Windows</a:t>
            </a:r>
          </a:p>
          <a:p/>
          <a:p>
            <a:r>
              <a:t>Ouvrir le dossier CHKPT_CODEX_GITHUB_PRET_A_IMPORTER contenant package.json dans Terminal (Mac) ou PowerShell (Windows).</a:t>
            </a:r>
          </a:p>
          <a:p>
            <a:r>
              <a:t>Installer Node.js compatible, puis lancer : npm ci</a:t>
            </a:r>
          </a:p>
          <a:p>
            <a:r>
              <a:t>Démarrer : npm run demo — garder le terminal ouvert.</a:t>
            </a:r>
          </a:p>
          <a:p>
            <a:r>
              <a:t>Ouvrir http://localhost:3000, ou le port indiqué par le terminal.</a:t>
            </a:r>
          </a:p>
          <a:p>
            <a:r>
              <a:t>Au premier lancement, créer .env depuis .env.example ; préserver tout .env et dossier .data existants.</a:t>
            </a:r>
          </a:p>
          <a:p/>
          <a:p>
            <a:r>
              <a:t>Démo opérateur : CHKPT_PRIVATE_DEMO=true et mot de passe local personnel de 16 caractères minimum. Ne jamais publier ce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le téléphone ou le hotspot</a:t>
            </a:r>
          </a:p>
          <a:p/>
          <a:p>
            <a:r>
              <a:t>Le téléphone et l’ordinateur doivent être sur le même Wi-Fi, ou reliés au même partage de connexion.</a:t>
            </a:r>
          </a:p>
          <a:p>
            <a:r>
              <a:t>Dans .env, utiliser HOST=0.0.0.0 puis relancer le serveur.</a:t>
            </a:r>
          </a:p>
          <a:p>
            <a:r>
              <a:t>Sur le téléphone : http://IP_DE_L_ORDINATEUR:3000 — l’adresse peut changer.</a:t>
            </a:r>
          </a:p>
          <a:p>
            <a:r>
              <a:t>Laisser l’ordinateur allumé, connecté et le terminal ouvert.</a:t>
            </a:r>
          </a:p>
          <a:p>
            <a:r>
              <a:t>Sans ce réseau commun, il faut un hébergement distant ; aucun lien distant n’est encore activé.</a:t>
            </a:r>
          </a:p>
          <a:p/>
          <a:p>
            <a:r>
              <a:t>Sur le lien HTTP local, utiliser le Simulateur pour la présentation. Ne pas ouvrir directement le port de l’ordinateur sur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connecter ou créer un compte</a:t>
            </a:r>
          </a:p>
          <a:p/>
          <a:p>
            <a:r>
              <a:t>Ouvrir ☰ → Mon compte / Se connecter, ou Profil → Gérer mon compte.</a:t>
            </a:r>
          </a:p>
          <a:p>
            <a:r>
              <a:t>Connexion : saisir identifiant et mot de passe.</a:t>
            </a:r>
          </a:p>
          <a:p>
            <a:r>
              <a:t>Inscription : renseigner nom, identifiant, âge, commune et mot de passe.</a:t>
            </a:r>
          </a:p>
          <a:p>
            <a:r>
              <a:t>Les moins de 13 ans ne peuvent pas s’inscrire ; les 13–17 ans restent privés.</a:t>
            </a:r>
          </a:p>
          <a:p>
            <a:r>
              <a:t>Se déconnecter depuis le panneau du compte, sans réinitialiser la démo.</a:t>
            </a:r>
          </a:p>
          <a:p/>
          <a:p>
            <a:r>
              <a:t>Aucune récupération de mot de passe par e-mail ni édition complète du profil n’est proposée dans cette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toi, Amis et publications</a:t>
            </a:r>
          </a:p>
          <a:p/>
          <a:p>
            <a:r>
              <a:t>Pour toi présente les publications accessibles de la démonstration.</a:t>
            </a:r>
          </a:p>
          <a:p>
            <a:r>
              <a:t>Amis affiche celles des profils que vous suivez ; ce filtre n’est pas le classement des amis réciproques.</a:t>
            </a:r>
          </a:p>
          <a:p>
            <a:r>
              <a:t>Filtrer les publications permet de choisir une catégorie de contenu.</a:t>
            </a:r>
          </a:p>
          <a:p>
            <a:r>
              <a:t>Toucher le nom d’une personne ouvre son profil ; le nom d’un lieu ouvre sa fiche.</a:t>
            </a:r>
          </a:p>
          <a:p/>
          <a:p>
            <a:r>
              <a:t>Un fil Amis vide est normal si vous ne suivez encore personne. Suivre un profil peut le remplir.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Chercher : suggestions ou résultats</a:t>
            </a:r>
          </a:p>
          <a:p/>
          <a:p>
            <a:r>
              <a:t>Écrire un nom, un établissement, un événement ou des mots d’une publication.</a:t>
            </a:r>
          </a:p>
          <a:p>
            <a:r>
              <a:t>Pendant la saisie, les suggestions apparaissent sous la barre.</a:t>
            </a:r>
          </a:p>
          <a:p>
            <a:r>
              <a:t>Toucher une suggestion ouvre le contenu correspondant.</a:t>
            </a:r>
          </a:p>
          <a:p>
            <a:r>
              <a:t>Rechercher ou Entrée ouvre une vraie page de résultats.</a:t>
            </a:r>
          </a:p>
          <a:p>
            <a:r>
              <a:t>Retour retrouve la recherche ou le fil et son défilement.</a:t>
            </a:r>
          </a:p>
          <a:p/>
          <a:p>
            <a:r>
              <a:t>Les suggestions concernent les données accessibles de ce prototype ; ce n’est pas une recherche exhaustive d’Abidjan.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Affiner les résultats</a:t>
            </a:r>
          </a:p>
          <a:p/>
          <a:p>
            <a:r>
              <a:t>Toucher Filtres à côté de Rechercher, avant la recherche ou sur ses résultats.</a:t>
            </a:r>
          </a:p>
          <a:p>
            <a:r>
              <a:t>Choisir Tout, Profils, Établissements, Événements ou Publications.</a:t>
            </a:r>
          </a:p>
          <a:p>
            <a:r>
              <a:t>Trier par pertinence ou par nom.</a:t>
            </a:r>
          </a:p>
          <a:p>
            <a:r>
              <a:t>Pour les établissements, choisir aussi catégorie et distance.</a:t>
            </a:r>
          </a:p>
          <a:p>
            <a:r>
              <a:t>Appliquer valide les filtres avec la saisie courante ; Réinitialiser prépare les valeurs par défaut.</a:t>
            </a:r>
          </a:p>
          <a:p/>
          <a:p>
            <a:r>
              <a:t>Les distances concernent les lieux uniquement. Fermer le panneau sans Appliquer n’applique pas ses modifications.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Réagir, commenter et enregistrer</a:t>
            </a:r>
          </a:p>
          <a:p/>
          <a:p>
            <a:r>
              <a:t>Le cœur permet d’aimer une publication ; le toucher à nouveau retire la réaction.</a:t>
            </a:r>
          </a:p>
          <a:p>
            <a:r>
              <a:t>Commentaires ouvre la zone de discussion : écrire puis Envoyer.</a:t>
            </a:r>
          </a:p>
          <a:p>
            <a:r>
              <a:t>Le marque-page enregistre le lieu lié à une publication.</a:t>
            </a:r>
          </a:p>
          <a:p>
            <a:r>
              <a:t>Retrouver les lieux dans ☰ → Lieux enregistrés.</a:t>
            </a:r>
          </a:p>
          <a:p>
            <a:r>
              <a:t>Une erreur réseau signifie que l’action n’est pas confirmée ; le favori revient à son état précédent si l’écriture échoue.</a:t>
            </a:r>
          </a:p>
          <a:p/>
          <a:p>
            <a:r>
              <a:t>Les actions partagées nécessitent une connexion. Les favoris anonymes sont temporaires sur cet 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Créer une publication</a:t>
            </a:r>
          </a:p>
          <a:p/>
          <a:p>
            <a:r>
              <a:t>Dans Accueil, toucher « Qu’as-tu découvert… ? ».</a:t>
            </a:r>
          </a:p>
          <a:p>
            <a:r>
              <a:t>Écrire le texte et ajouter éventuellement des médias.</a:t>
            </a:r>
          </a:p>
          <a:p>
            <a:r>
              <a:t>Choisir Visibilité de la publication : Moi seul, Abonnés ou Public.</a:t>
            </a:r>
          </a:p>
          <a:p>
            <a:r>
              <a:t>Appuyer sur Publier et attendre la confirmation dans le fil.</a:t>
            </a:r>
          </a:p>
          <a:p>
            <a:r>
              <a:t>Annuler ferme le brouillon. Une publication ne valide pas une visite et ne donne pas de points de check.</a:t>
            </a:r>
          </a:p>
          <a:p/>
          <a:p>
            <a:r>
              <a:t>Une publication ordinaire nécessite du texte. Le brouillon ne constitue pas une sauvegarde permanente.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Jusqu’à quatre images ou vidéos</a:t>
            </a:r>
          </a:p>
          <a:p/>
          <a:p>
            <a:r>
              <a:t>Ajouter un mélange de photos et vidéos : quatre fichiers maximum au total.</a:t>
            </a:r>
          </a:p>
          <a:p>
            <a:r>
              <a:t>Chaque fichier doit faire au maximum 15 Mo ; un quota partagé de stockage s’applique au prototype.</a:t>
            </a:r>
          </a:p>
          <a:p>
            <a:r>
              <a:t>Images : JPG, PNG ou WebP. Exporter les photos HEIC en JPG si nécessaire.</a:t>
            </a:r>
          </a:p>
          <a:p>
            <a:r>
              <a:t>Vidéos : MP4 ou WebM ; MP4 H.264 est conseillé pour la présentation.</a:t>
            </a:r>
          </a:p>
          <a:p>
            <a:r>
              <a:t>Attendre la fin de l’import ; Retirer le média permet de corriger la sélection.</a:t>
            </a:r>
          </a:p>
          <a:p/>
          <a:p>
            <a:r>
              <a:t>Les photos sont réencodées. Les vidéos ne sont pas converties et conservent leurs métadonnées ; lecture à vérifier sur l’appareil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Choisir qui voit votre contenu</a:t>
            </a:r>
          </a:p>
          <a:p/>
          <a:p>
            <a:r>
              <a:t>Moi seul : contenu réservé à votre compte.</a:t>
            </a:r>
          </a:p>
          <a:p>
            <a:r>
              <a:t>Abonnés : accessible aux comptes autorisés qui vous suivent.</a:t>
            </a:r>
          </a:p>
          <a:p>
            <a:r>
              <a:t>Public : accessible selon les règles de visibilité du prototype.</a:t>
            </a:r>
          </a:p>
          <a:p>
            <a:r>
              <a:t>Après un check privé, la publication reprend une visibilité privée par défaut ; vous pouvez explicitement la modifier si votre compte le permet.</a:t>
            </a:r>
          </a:p>
          <a:p>
            <a:r>
              <a:t>Un profil privé ou mineur impose des publications privées côté serveur.</a:t>
            </a:r>
          </a:p>
          <a:p/>
          <a:p>
            <a:r>
              <a:t>Même si une publication est publique, votre historique de visites, vos preuves GPS et vos XP totaux restent personnels.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Trouver un lieu sur Carte</a:t>
            </a:r>
          </a:p>
          <a:p/>
          <a:p>
            <a:r>
              <a:t>Déplacer et zoomer sur la carte interactive, ou utiliser la carte illustrée de secours.</a:t>
            </a:r>
          </a:p>
          <a:p>
            <a:r>
              <a:t>Les puces sélectionnent les catégories ; Filtres précise catégorie, tri et distance.</a:t>
            </a:r>
          </a:p>
          <a:p>
            <a:r>
              <a:t>La distance est calculée à vol d’oiseau depuis la position choisie, pas selon un itinéraire.</a:t>
            </a:r>
          </a:p>
          <a:p>
            <a:r>
              <a:t>Toucher un repère, puis Détails pour ouvrir la page du lieu.</a:t>
            </a:r>
          </a:p>
          <a:p>
            <a:r>
              <a:t>La recherche intelligente externe est facultative et peut être indisponible sans configuration.</a:t>
            </a:r>
          </a:p>
          <a:p/>
          <a:p>
            <a:r>
              <a:t>Les repères représentent des lieux fictifs. Le radar de 250 m illustre l’éligibilité ; le serveur contrôle la validation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GPS : Simulateur ou GPS Réel</a:t>
            </a:r>
          </a:p>
          <a:p/>
          <a:p>
            <a:r>
              <a:t>Toucher le bouton GPS avec la commune dans l’en-tête.</a:t>
            </a:r>
          </a:p>
          <a:p>
            <a:r>
              <a:t>Simulateur : choisir une position de démonstration, par exemple Cocody Saint-Jean.</a:t>
            </a:r>
          </a:p>
          <a:p>
            <a:r>
              <a:t>GPS Réel : autoriser la localisation et attendre une position disponible.</a:t>
            </a:r>
          </a:p>
          <a:p>
            <a:r>
              <a:t>En attente de GPS, un filtre de distance ne peut pas fournir de résultats fiables.</a:t>
            </a:r>
          </a:p>
          <a:p>
            <a:r>
              <a:t>Avant de confirmer un check, vérifier la mention Simulation GPS ou Position GPS.</a:t>
            </a:r>
          </a:p>
          <a:p/>
          <a:p>
            <a:r>
              <a:t>Un échec du GPS peut faire revenir ce prototype au Simulateur. Le GPS navigateur n’est pas une preuve antifraude ; HTTPS est nécessaire à son usage normal à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et partager une fiche</a:t>
            </a:r>
          </a:p>
          <a:p/>
          <a:p>
            <a:r>
              <a:t>La page du lieu présente illustration, description, adresse, horaires s’ils sont connus, catégorie et tags.</a:t>
            </a:r>
          </a:p>
          <a:p>
            <a:r>
              <a:t>Les miniatures permettent de parcourir les illustrations disponibles.</a:t>
            </a:r>
          </a:p>
          <a:p>
            <a:r>
              <a:t>Le marque-page ajoute ou retire le lieu des enregistrés.</a:t>
            </a:r>
          </a:p>
          <a:p>
            <a:r>
              <a:t>Partager propose le menu natif ou un lien à copier, WhatsApp et e-mail.</a:t>
            </a:r>
          </a:p>
          <a:p>
            <a:r>
              <a:t>Retour retrouve la page précédente. Le check reste au bouton central.</a:t>
            </a:r>
          </a:p>
          <a:p/>
          <a:p>
            <a:r>
              <a:t>Un lien ne rend pas le serveur accessible à distance : le destinataire doit pouvoir ouvrir la même démo. Aucune visite personnelle n’est incluse dans le 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un avis sur un lieu</a:t>
            </a:r>
          </a:p>
          <a:p/>
          <a:p>
            <a:r>
              <a:t>Descendre à Les avis de la communauté dans la fiche.</a:t>
            </a:r>
          </a:p>
          <a:p>
            <a:r>
              <a:t>Choisir une note de 1 à 5 étoiles.</a:t>
            </a:r>
          </a:p>
          <a:p>
            <a:r>
              <a:t>Écrire un commentaire de 3 à 1 000 caractères puis Publier mon avis.</a:t>
            </a:r>
          </a:p>
          <a:p>
            <a:r>
              <a:t>Votre avis existant peut être modifié avec Mettre à jour mon avis.</a:t>
            </a:r>
          </a:p>
          <a:p>
            <a:r>
              <a:t>Les avis publics ne sont pas proposés aux profils privés ou mineurs dans cette démo.</a:t>
            </a:r>
          </a:p>
          <a:p/>
          <a:p>
            <a:r>
              <a:t>Votre nom et votre avis deviennent visibles. L’exemple fictif n’est pas comptabilisé et la note de présentation du lieu est distincte des avis ajoutés.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Proposer un lieu manquant</a:t>
            </a:r>
          </a:p>
          <a:p/>
          <a:p>
            <a:r>
              <a:t>Ouvrir le bouton central Check-in, puis « Le lieu n’est pas dans la liste ? Proposer ce spot ».</a:t>
            </a:r>
          </a:p>
          <a:p>
            <a:r>
              <a:t>Renseigner nom, catégorie, commune et repère utile.</a:t>
            </a:r>
          </a:p>
          <a:p>
            <a:r>
              <a:t>Envoyer la proposition pour illustrer la contribution communautaire.</a:t>
            </a:r>
          </a:p>
          <a:p>
            <a:r>
              <a:t>Ce parcours et son traitement opérateur restent une démonstration locale sur l’appareil.</a:t>
            </a:r>
          </a:p>
          <a:p/>
          <a:p>
            <a:r>
              <a:t>Une proposition n’ajoute pas automatiquement un lieu au référentiel du serveur et ne constitue pas une certification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Choisir le lieu et confirmer</a:t>
            </a:r>
          </a:p>
          <a:p/>
          <a:p>
            <a:r>
              <a:t>Toucher le symbole central Check-in, seul point d’entrée de validation.</a:t>
            </a:r>
          </a:p>
          <a:p>
            <a:r>
              <a:t>Sélectionner explicitement le lieu dans la liste.</a:t>
            </a:r>
          </a:p>
          <a:p>
            <a:r>
              <a:t>Choisir la visibilité du check ; Moi seul est proposé par défaut.</a:t>
            </a:r>
          </a:p>
          <a:p>
            <a:r>
              <a:t>Si proposé, sélectionner un événement actif au même lieu.</a:t>
            </a:r>
          </a:p>
          <a:p>
            <a:r>
              <a:t>Appuyer sur Confirmer le check. La simulation reste clairement signalée.</a:t>
            </a:r>
          </a:p>
          <a:p/>
          <a:p>
            <a:r>
              <a:t>Il faut être à moins de 250 m selon les coordonnées reçues. Une seule visite compte par jour et par lieu ; aucune publication n’est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Comprendre le résultat</a:t>
            </a:r>
          </a:p>
          <a:p/>
          <a:p>
            <a:r>
              <a:t>Un succès indique que la visite est enregistrée ; les points et badges éventuels sont affichés.</a:t>
            </a:r>
          </a:p>
          <a:p>
            <a:r>
              <a:t>Dans le scénario du maquis, la première visite de cette journée ajoute 75 XP : 1240 → 1315.</a:t>
            </a:r>
          </a:p>
          <a:p>
            <a:r>
              <a:t>Plus tard (Terminer) ferme le résultat sans publier.</a:t>
            </a:r>
          </a:p>
          <a:p>
            <a:r>
              <a:t>Créer une publication ouvre le partage facultatif lié à cette visite.</a:t>
            </a:r>
          </a:p>
          <a:p>
            <a:r>
              <a:t>Une visite refusée n’attribue pas de points.</a:t>
            </a:r>
          </a:p>
          <a:p/>
          <a:p>
            <a:r>
              <a:t>Les valeurs de départ et le barème sont fictifs et provisoires ; les points totaux ne sont visibles que par leur propriétaire.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la connexion se coupe</a:t>
            </a:r>
          </a:p>
          <a:p/>
          <a:p>
            <a:r>
              <a:t>Une réponse perdue ne signifie pas toujours que la visite a échoué.</a:t>
            </a:r>
          </a:p>
          <a:p>
            <a:r>
              <a:t>L’application recherche la visite dans votre historique serveur.</a:t>
            </a:r>
          </a:p>
          <a:p>
            <a:r>
              <a:t>Si elle la retrouve : Visite déjà enregistrée, reprise de publication possible, aucun nouveau point.</a:t>
            </a:r>
          </a:p>
          <a:p>
            <a:r>
              <a:t>Si le résultat reste inconnu : utiliser Vérifier l’enregistrement avant de recommencer.</a:t>
            </a:r>
          </a:p>
          <a:p>
            <a:r>
              <a:t>Une seconde tentative sur un check déjà compté permet de retrouver ce résultat sans doubler les XP.</a:t>
            </a:r>
          </a:p>
          <a:p/>
          <a:p>
            <a:r>
              <a:t>Ne pas réinitialiser toute la démo pour résoudre une coupure réseau ou une visite déjà comptabilisée.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Partager après la visite</a:t>
            </a:r>
          </a:p>
          <a:p/>
          <a:p>
            <a:r>
              <a:t>Le lieu et le check sont déjà liés au brouillon.</a:t>
            </a:r>
          </a:p>
          <a:p>
            <a:r>
              <a:t>Ajouter un commentaire et, si souhaité, jusqu’à quatre médias.</a:t>
            </a:r>
          </a:p>
          <a:p>
            <a:r>
              <a:t>Vérifier Visibilité de la publication avant Publier le checkpoint.</a:t>
            </a:r>
          </a:p>
          <a:p>
            <a:r>
              <a:t>Sans média importé, l’illustration de démonstration du lieu peut être utilisée.</a:t>
            </a:r>
          </a:p>
          <a:p>
            <a:r>
              <a:t>Fermer un brouillon rédigé demande de confirmer son abandon ; Continuer la rédaction le conserve à l’écran.</a:t>
            </a:r>
          </a:p>
          <a:p/>
          <a:p>
            <a:r>
              <a:t>Publier reste une décision séparée du check. Un changement de compte ferme l’ancien brouillon pour éviter un partage sous la mauvaise identité.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une story</a:t>
            </a:r>
          </a:p>
          <a:p/>
          <a:p>
            <a:r>
              <a:t>Depuis l’accueil ou votre profil, toucher le + sur votre avatar.</a:t>
            </a:r>
          </a:p>
          <a:p>
            <a:r>
              <a:t>Importer une seule image ou vidéo.</a:t>
            </a:r>
          </a:p>
          <a:p>
            <a:r>
              <a:t>Ajouter éventuellement un texte, puis choisir la visibilité.</a:t>
            </a:r>
          </a:p>
          <a:p>
            <a:r>
              <a:t>Publier la story après la fin de l’import.</a:t>
            </a:r>
          </a:p>
          <a:p>
            <a:r>
              <a:t>La story expire après 24 heures selon l’heure du serveur.</a:t>
            </a:r>
          </a:p>
          <a:p/>
          <a:p>
            <a:r>
              <a:t>Une story ne constitue pas une preuve de visite et n’attribue pas de XP. Les règles de profil privé ou mineur s’appliquent.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une story depuis un profil</a:t>
            </a:r>
          </a:p>
          <a:p/>
          <a:p>
            <a:r>
              <a:t>Un anneau coloré indique qu’une story est disponible.</a:t>
            </a:r>
          </a:p>
          <a:p>
            <a:r>
              <a:t>Toucher la photo dans l’accueil, une publication ou un profil pour la lire.</a:t>
            </a:r>
          </a:p>
          <a:p>
            <a:r>
              <a:t>Les flèches passent aux stories précédente et suivante de cette personne.</a:t>
            </a:r>
          </a:p>
          <a:p>
            <a:r>
              <a:t>Fermer les stories ou Échap revient à l’écran précédent.</a:t>
            </a:r>
          </a:p>
          <a:p>
            <a:r>
              <a:t>Seul l’auteur voit Supprimer cette story.</a:t>
            </a:r>
          </a:p>
          <a:p/>
          <a:p>
            <a:r>
              <a:t>Un avatar sans story ne permet pas d’en lire une. Pour ouvrir un profil depuis une publication, toucher son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Votre profil compact</a:t>
            </a:r>
          </a:p>
          <a:p/>
          <a:p>
            <a:r>
              <a:t>Votre nom, bio, commune et compteurs sont regroupés en haut.</a:t>
            </a:r>
          </a:p>
          <a:p>
            <a:r>
              <a:t>Les publications apparaissent rapidement sous cette présentation.</a:t>
            </a:r>
          </a:p>
          <a:p>
            <a:r>
              <a:t>Abonnés et Abonnements ouvrent des pages avec leur propre recherche.</a:t>
            </a:r>
          </a:p>
          <a:p>
            <a:r>
              <a:t>Votre total XP est accompagné de Visible par vous seul.</a:t>
            </a:r>
          </a:p>
          <a:p>
            <a:r>
              <a:t>Gérer mon compte ouvre connexion, inscription, déconnexion et, si autorisé, les personnages de démo.</a:t>
            </a:r>
          </a:p>
          <a:p/>
          <a:p>
            <a:r>
              <a:t>Certains compteurs de départ sont fictifs ; les listes contiennent les relations réellement accessibles dans le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Voir et suivre une autre personne</a:t>
            </a:r>
          </a:p>
          <a:p/>
          <a:p>
            <a:r>
              <a:t>Rechercher son profil dans Accueil, ou toucher son nom dans une publication.</a:t>
            </a:r>
          </a:p>
          <a:p>
            <a:r>
              <a:t>Consulter sa bio, ses badges publics et ses publications autorisées.</a:t>
            </a:r>
          </a:p>
          <a:p>
            <a:r>
              <a:t>Suivre ajoute le profil à vos abonnements ; Ne plus suivre retire la relation.</a:t>
            </a:r>
          </a:p>
          <a:p>
            <a:r>
              <a:t>Toucher Abonnés ou Abonnements puis rechercher dans la liste.</a:t>
            </a:r>
          </a:p>
          <a:p>
            <a:r>
              <a:t>Un profil privé ne dévoile pas ses publications privées dans cette démo.</a:t>
            </a:r>
          </a:p>
          <a:p/>
          <a:p>
            <a:r>
              <a:t>Les XP totaux, l’historique et les preuves de visite d’autrui ne sont pas visibles.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menu reste toujours personnel</a:t>
            </a:r>
          </a:p>
          <a:p/>
          <a:p>
            <a:r>
              <a:t>Toucher ☰ dans l’en-tête, même en consultant quelqu’un d’autre.</a:t>
            </a:r>
          </a:p>
          <a:p>
            <a:r>
              <a:t>Le nom du menu est celui du compte connecté.</a:t>
            </a:r>
          </a:p>
          <a:p>
            <a:r>
              <a:t>Accéder aux enregistrés, historique privé, progression, récompenses et classement.</a:t>
            </a:r>
          </a:p>
          <a:p>
            <a:r>
              <a:t>Ouvrir les réglages/confidentialité ou l’aide.</a:t>
            </a:r>
          </a:p>
          <a:p>
            <a:r>
              <a:t>Fermer le menu ou choisir une rubrique ; les pages ont leur bouton Retour.</a:t>
            </a:r>
          </a:p>
          <a:p/>
          <a:p>
            <a:r>
              <a:t>Le menu est distinct de la photo de profil, qui conserve son rôle pour les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Retrouver vos lieux</a:t>
            </a:r>
          </a:p>
          <a:p/>
          <a:p>
            <a:r>
              <a:t>☰ → Lieux enregistrés : fiches ajoutées avec le marque-page.</a:t>
            </a:r>
          </a:p>
          <a:p>
            <a:r>
              <a:t>☰ → Historique privé : lieux associés à vos visites validées.</a:t>
            </a:r>
          </a:p>
          <a:p>
            <a:r>
              <a:t>L’historique regroupe les visites d’un même lieu et indique la plus récente.</a:t>
            </a:r>
          </a:p>
          <a:p>
            <a:r>
              <a:t>Toucher un lieu ouvre sa fiche ; Retour retrouve la liste.</a:t>
            </a:r>
          </a:p>
          <a:p>
            <a:r>
              <a:t>Les tentatives refusées ne remplissent pas l’historique des lieux visités.</a:t>
            </a:r>
          </a:p>
          <a:p/>
          <a:p>
            <a:r>
              <a:t>L’historique est réservé au propriétaire, même si son profil ou certaines publications sont publics.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Badges, progression et journal XP</a:t>
            </a:r>
          </a:p>
          <a:p/>
          <a:p>
            <a:r>
              <a:t>☰ → Badges et progression montre votre niveau et votre total.</a:t>
            </a:r>
          </a:p>
          <a:p>
            <a:r>
              <a:t>Une petite sélection de badges est affichée dans le prototype.</a:t>
            </a:r>
          </a:p>
          <a:p>
            <a:r>
              <a:t>Les paliers sont évalués côté serveur à partir des actions validées.</a:t>
            </a:r>
          </a:p>
          <a:p>
            <a:r>
              <a:t>Le journal XP explique les mouvements enregistrés.</a:t>
            </a:r>
          </a:p>
          <a:p>
            <a:r>
              <a:t>Les visiteurs voient uniquement vos badges débloqués, sans seuils détaillés, registre ni total XP.</a:t>
            </a:r>
          </a:p>
          <a:p/>
          <a:p>
            <a:r>
              <a:t>Le barème reste provisoire. Le catalogue technique ne signifie pas que tous les badges doivent être présentés au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classement des explorateurs</a:t>
            </a:r>
          </a:p>
          <a:p/>
          <a:p>
            <a:r>
              <a:t>Ouvrir ☰ → Classement des explorateurs ; il n’est plus dans Sortir.</a:t>
            </a:r>
          </a:p>
          <a:p>
            <a:r>
              <a:t>Amis : vous et les suivis réciproques accessibles.</a:t>
            </a:r>
          </a:p>
          <a:p>
            <a:r>
              <a:t>Global : profils publics accessibles et votre propre compte.</a:t>
            </a:r>
          </a:p>
          <a:p>
            <a:r>
              <a:t>Le classement utilise les XP des visites enregistrées durant le mois courant.</a:t>
            </a:r>
          </a:p>
          <a:p>
            <a:r>
              <a:t>Toucher une personne ouvre son profil ; Retour conserve l’onglet choisi.</a:t>
            </a:r>
          </a:p>
          <a:p/>
          <a:p>
            <a:r>
              <a:t>Les XP fictifs préchargés de départ ne sont pas ajoutés artificiellement au mois. Aucun historique de lieux n’est transmis avec ce classement.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Sélections et événements</a:t>
            </a:r>
          </a:p>
          <a:p/>
          <a:p>
            <a:r>
              <a:t>Sortir propose un agenda et des adresses choisies éditorialement.</a:t>
            </a:r>
          </a:p>
          <a:p>
            <a:r>
              <a:t>Sa barre recherche seulement dans ce contenu.</a:t>
            </a:r>
          </a:p>
          <a:p>
            <a:r>
              <a:t>Ouvrir un événement pour lire date, lieu, description, organisateur et prix fictif.</a:t>
            </a:r>
          </a:p>
          <a:p>
            <a:r>
              <a:t>Ça m’intéresse et J’y serai expriment une intention ; un second toucher peut la retirer.</a:t>
            </a:r>
          </a:p>
          <a:p>
            <a:r>
              <a:t>Utiliser Carte pour la recherche de lieux par catégorie ou distance.</a:t>
            </a:r>
          </a:p>
          <a:p/>
          <a:p>
            <a:r>
              <a:t>Les intentions restent locales à cet appareil et sont séparées par compte. Il n’y a ni réservation, achat ni billetterie.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Essayer une récompense fictive</a:t>
            </a:r>
          </a:p>
          <a:p/>
          <a:p>
            <a:r>
              <a:t>Ouvrir ☰ → Récompenses fictives.</a:t>
            </a:r>
          </a:p>
          <a:p>
            <a:r>
              <a:t>L’exemple du maquis se débloque après une visite validée à ce lieu.</a:t>
            </a:r>
          </a:p>
          <a:p>
            <a:r>
              <a:t>Essayer l’utilisation fictive enregistre seulement l’essai.</a:t>
            </a:r>
          </a:p>
          <a:p>
            <a:r>
              <a:t>Les XP acquis restent conservés.</a:t>
            </a:r>
          </a:p>
          <a:p>
            <a:r>
              <a:t>Retrouver le message d’utilisation sur ce même appareil.</a:t>
            </a:r>
          </a:p>
          <a:p/>
          <a:p>
            <a:r>
              <a:t>Aucun coupon réel, paiement, remise ou partenariat. Ne pas demander un avantage chez un commerçant à partir de cet 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Thème, GPS et notifications</a:t>
            </a:r>
          </a:p>
          <a:p/>
          <a:p>
            <a:r>
              <a:t>☰ → Réglages et confidentialité regroupe thème, position et aides à la présentation.</a:t>
            </a:r>
          </a:p>
          <a:p>
            <a:r>
              <a:t>Mode sombre change l’apparence ; le choix est mémorisé sur l’appareil.</a:t>
            </a:r>
          </a:p>
          <a:p>
            <a:r>
              <a:t>Le bouton GPS de l’en-tête garde un accès rapide au mode et à la position simulée.</a:t>
            </a:r>
          </a:p>
          <a:p>
            <a:r>
              <a:t>La cloche ouvre les notifications et leurs préférences.</a:t>
            </a:r>
          </a:p>
          <a:p>
            <a:r>
              <a:t>Les notifications et intentions locales sont isolées par compte ; elles ne sont pas un système push complet multiappareil.</a:t>
            </a:r>
          </a:p>
          <a:p/>
          <a:p>
            <a:r>
              <a:t>Les notifications de démonstration ne prouvent pas une fréquentation réelle des établissements.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Partager les données entre appareils</a:t>
            </a:r>
          </a:p>
          <a:p/>
          <a:p>
            <a:r>
              <a:t>Utiliser le même compte sur le même serveur pour retrouver publications, médias, favoris, avis et visites.</a:t>
            </a:r>
          </a:p>
          <a:p>
            <a:r>
              <a:t>Deux installations indépendantes ne partagent pas automatiquement leurs bases.</a:t>
            </a:r>
          </a:p>
          <a:p>
            <a:r>
              <a:t>Le menu conserve l’historique privé et les droits de chaque compte.</a:t>
            </a:r>
          </a:p>
          <a:p>
            <a:r>
              <a:t>Le thème, les intentions d’événement et l’essai de récompense restent locaux.</a:t>
            </a:r>
          </a:p>
          <a:p>
            <a:r>
              <a:t>Un hébergement gratuit peut perdre son stockage lors d’un redémarrage ou redéploiement.</a:t>
            </a:r>
          </a:p>
          <a:p/>
          <a:p>
            <a:r>
              <a:t>L’accès distant est préparé mais pas encore activé. La sauvegarde reste nécessaire avant une présentation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Voir l’aperçu d’un établissement</a:t>
            </a:r>
          </a:p>
          <a:p/>
          <a:p>
            <a:r>
              <a:t>Réglages → Aperçu établissement · fictif.</a:t>
            </a:r>
          </a:p>
          <a:p>
            <a:r>
              <a:t>Choisir un établissement de démonstration.</a:t>
            </a:r>
          </a:p>
          <a:p>
            <a:r>
              <a:t>Lire les exemples de visites, enregistrements, publications et tendance sur sept jours.</a:t>
            </a:r>
          </a:p>
          <a:p>
            <a:r>
              <a:t>Retour retrouve l’écran précédent ; aucune activité personnelle d’un visiteur n’est dévoilée.</a:t>
            </a:r>
          </a:p>
          <a:p/>
          <a:p>
            <a:r>
              <a:t>Ces chiffres sont inventés et ne constituent pas un tableau de bord commerçant en production ni une offre d’abonnement.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outils opérateur</a:t>
            </a:r>
          </a:p>
          <a:p/>
          <a:p>
            <a:r>
              <a:t>Un rôle autorisé donne accès à Réglages → Console opérateur.</a:t>
            </a:r>
          </a:p>
          <a:p>
            <a:r>
              <a:t>Les onglets montrent métriques, propositions, modération et lieux.</a:t>
            </a:r>
          </a:p>
          <a:p>
            <a:r>
              <a:t>Les propositions et actions de modération de cette interface illustrent le fonctionnement futur ; certaines restent locales.</a:t>
            </a:r>
          </a:p>
          <a:p>
            <a:r>
              <a:t>Le symbole de l’en-tête permet de revenir à l’accueil.</a:t>
            </a:r>
          </a:p>
          <a:p/>
          <a:p>
            <a:r>
              <a:t>Un visiteur ne reçoit pas ce rôle en choisissant un nom. Les actions serveur sensibles restent protégées ; ces écrans ne prouvent pas une exploitation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Sauvegarder et restaurer</a:t>
            </a:r>
          </a:p>
          <a:p/>
          <a:p>
            <a:r>
              <a:t>Avec un compte opérateur autorisé : Réglages → Sauvegarde privée de la démo.</a:t>
            </a:r>
          </a:p>
          <a:p>
            <a:r>
              <a:t>Choisir un mot de passe de sauvegarde d’au moins 16 caractères.</a:t>
            </a:r>
          </a:p>
          <a:p>
            <a:r>
              <a:t>Télécharger le fichier chiffré .chkpt ; conserver son mot de passe séparément.</a:t>
            </a:r>
          </a:p>
          <a:p>
            <a:r>
              <a:t>Pour restaurer, choisir le fichier et son mot de passe, puis taper REMPLACER LA DÉMO.</a:t>
            </a:r>
          </a:p>
          <a:p>
            <a:r>
              <a:t>La restauration remplace les données et ferme les sessions : se reconnecter ensuite.</a:t>
            </a:r>
          </a:p>
          <a:p/>
          <a:p>
            <a:r>
              <a:t>Un mot de passe perdu n’est pas récupérable. Ne pas restaurer pendant que des personnes publient.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Changer de personnage ou tout remettre à zéro</a:t>
            </a:r>
          </a:p>
          <a:p/>
          <a:p>
            <a:r>
              <a:t>Le panneau Profils Démo est réservé aux accès opérateur autorisés.</a:t>
            </a:r>
          </a:p>
          <a:p>
            <a:r>
              <a:t>Choisir un personnage permet de le montrer sans effacer toute la base.</a:t>
            </a:r>
          </a:p>
          <a:p>
            <a:r>
              <a:t>Démarrer la démo prépare le scénario de départ, mais remet toute la base fictive à zéro.</a:t>
            </a:r>
          </a:p>
          <a:p>
            <a:r>
              <a:t>Lire la confirmation : les comptes et contenus ajoutés sont supprimés.</a:t>
            </a:r>
          </a:p>
          <a:p>
            <a:r>
              <a:t>Annuler conserve le travail ; Confirmer la remise à zéro exécute l’action.</a:t>
            </a:r>
          </a:p>
          <a:p/>
          <a:p>
            <a:r>
              <a:t>Ne pas utiliser cette action pour résoudre un problème de mot de passe, de réseau ou un check déjà compté. Sauvegarder d’abord si les ajouts doivent être gardés.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répétition d’Ingrid en trois minutes</a:t>
            </a:r>
          </a:p>
          <a:p/>
          <a:p>
            <a:r>
              <a:t>1. Accueil : montrer découvertes et contenus fictifs.</a:t>
            </a:r>
          </a:p>
          <a:p>
            <a:r>
              <a:t>2. Carte → fiche du maquis → Retour.</a:t>
            </a:r>
          </a:p>
          <a:p>
            <a:r>
              <a:t>3. Symbole central → Maquis L’Étoile → Confirmer le check en simulation.</a:t>
            </a:r>
          </a:p>
          <a:p>
            <a:r>
              <a:t>4. Montrer résultat et badge, puis publier volontairement avec la bonne visibilité.</a:t>
            </a:r>
          </a:p>
          <a:p>
            <a:r>
              <a:t>5. Profil → souvenir ; Sortir → événement. Garder les questions sur menu et classement pour la fin.</a:t>
            </a:r>
          </a:p>
          <a:p/>
          <a:p>
            <a:r>
              <a:t>Tester le vrai Windows, le téléphone et le projecteur. Préparer le secours HTML et ce PDF hors connexion.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blocages les plus fréquents</a:t>
            </a:r>
          </a:p>
          <a:p/>
          <a:p>
            <a:r>
              <a:t>node introuvable : installer Node.js, fermer puis rouvrir le terminal.</a:t>
            </a:r>
          </a:p>
          <a:p>
            <a:r>
              <a:t>npm ci / EUSAGE ou script demo absent : vérifier le bon dossier et la version récente du code.</a:t>
            </a:r>
          </a:p>
          <a:p>
            <a:r>
              <a:t>ECONNRESET : connexion interrompue ; rétablir Internet puis relancer npm ci.</a:t>
            </a:r>
          </a:p>
          <a:p>
            <a:r>
              <a:t>Téléphone sans accès : même réseau, bonne IP, serveur ouvert et ordinateur éveillé.</a:t>
            </a:r>
          </a:p>
          <a:p>
            <a:r>
              <a:t>Check refusé : vérifier lieu, position et simulation. Check déjà compté : reprendre la visite sans nouveaux XP.</a:t>
            </a:r>
          </a:p>
          <a:p/>
          <a:p>
            <a:r>
              <a:t>Conserver l’ancien dossier complet avant de remplacer le code ; préserver .env et .data. Ne pas effacer la base pour dépanner l’interface.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 de partir présenter</a:t>
            </a:r>
          </a:p>
          <a:p/>
          <a:p>
            <a:r>
              <a:t>Vérifier le compte actif, la bonne version du code et le mode GPS affiché.</a:t>
            </a:r>
          </a:p>
          <a:p>
            <a:r>
              <a:t>Sauvegarder ce qui doit être conservé ; choisir consciemment une remise à zéro.</a:t>
            </a:r>
          </a:p>
          <a:p>
            <a:r>
              <a:t>Répéter check, publication, profil et événement sur l’appareil qui sera utilisé.</a:t>
            </a:r>
          </a:p>
          <a:p>
            <a:r>
              <a:t>Ouvrir à l’avance le support de secours et le PDF sans réseau.</a:t>
            </a:r>
          </a:p>
          <a:p>
            <a:r>
              <a:t>Les tarifs, publicités, portraits, lieux et scores montrés restent des démonstrations ; aucun engagement réel n’est créé.</a:t>
            </a:r>
          </a:p>
          <a:p/>
          <a:p>
            <a:r>
              <a:t>Ce guide explique l’application actuelle. Son PowerPoint est modifiable ; son PDF est lisible sans logiciel de programmation.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CHKPT — guide d’utilisation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Sors. Check. Partage.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Version du prototype actualisée au 30 octobre 2026.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Un guide pour utiliser l’application, la présenter et retrouver les gestes utiles.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Captures de la version testée · personnages, lieux et contenus fictifs · prototype, pas application de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Les cinq boutons à connaître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Accueil : publications, stories et recherche générale.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Carte : trouver et consulter des lieux.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Symbole central Check-in : choisir un lieu et confirmer une visite.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Sortir : sélections éditoriales et événements.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Profil : votre présentation et vos publications ; ☰ ouvre votre menu personnel.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 point bordeaux et la couleur indiquent l’onglet actif. Retour retrouve la page précédente.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Ce que montre cette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Quatre personnages : Ingrid N’Goan, Grâce Agbomi, Yacoub Ouattara et Georges Armand.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Cinq publications de départ par personnage, avec des portraits et illustrations fictifs.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Publicité fictive avant le fil puis après cinq publications visibles : banque, téléphonie, vêtements, mobilité et alcool réservé aux majeurs déclarés.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Les comptes ajoutés et leurs données ne sont pas des preuves de traction commerciale.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annonces ne sont pas cliquables et ne représentent aucun partenariat réel. Aucune publicité sur Carte.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fil-autr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Lancer sur Mac ou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Ouvrir le dossier CHKPT_CODEX_GITHUB_PRET_A_IMPORTER contenant package.json dans Terminal (Mac) ou PowerShell (Windows).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Installer Node.js compatible, puis lancer : npm ci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Démarrer : npm run demo — garder le terminal ouvert.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Ouvrir http://localhost:3000, ou le port indiqué par le terminal.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Au premier lancement, créer .env depuis .env.example ; préserver tout .env et dossier .data existants.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Démo opérateur : CHKPT_PRIVATE_DEMO=true et mot de passe local personnel de 16 caractères minimum. Ne jamais publier ce fichier.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Utiliser le téléphone ou le hotspot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Le téléphone et l’ordinateur doivent être sur le même Wi-Fi, ou reliés au même partage de connexion.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Dans .env, utiliser HOST=0.0.0.0 puis relancer le serveur.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Sur le téléphone : http://IP_DE_L_ORDINATEUR:3000 — l’adresse peut changer.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Laisser l’ordinateur allumé, connecté et le terminal ouvert.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Sans ce réseau commun, il faut un hébergement distant ; aucun lien distant n’est encore activé.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Sur le lien HTTP local, utiliser le Simulateur pour la présentation. Ne pas ouvrir directement le port de l’ordinateur sur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MON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Se connecter ou créer un compte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Ouvrir ☰ → Mon compte / Se connecter, ou Profil → Gérer mon compte.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Connexion : saisir identifiant et mot de passe.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Inscription : renseigner nom, identifiant, âge, commune et mot de passe.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Les moins de 13 ans ne peuvent pas s’inscrire ; les 13–17 ans restent privés.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Se déconnecter depuis le panneau du compte, sans réinitialiser la démo.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Aucune récupération de mot de passe par e-mail ni édition complète du profil n’est proposée dans cette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Pour toi, Amis et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Pour toi présente les publications accessibles de la démonstration.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Amis affiche celles des profils que vous suivez ; ce filtre n’est pas le classement des amis réciproques.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Filtrer les publications permet de choisir une catégorie de contenu.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Toucher le nom d’une personne ouvre son profil ; le nom d’un lieu ouvre sa fiche.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 fil Amis vide est normal si vous ne suivez encore personne. Suivre un profil peut le remplir.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Chercher : suggestions ou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Écrire un nom, un établissement, un événement ou des mots d’une publication.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Pendant la saisie, les suggestions apparaissent sous la barre.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Toucher une suggestion ouvre le contenu correspondant.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Rechercher ou Entrée ouvre une vraie page de résultats.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Retour retrouve la recherche ou le fil et son défilement.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suggestions concernent les données accessibles de ce prototype ; ce n’est pas une recherche exhaustive d’Abidjan.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Affiner les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Toucher Filtres à côté de Rechercher, avant la recherche ou sur ses résultats.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Choisir Tout, Profils, Établissements, Événements ou Publications.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Trier par pertinence ou par nom.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Pour les établissements, choisir aussi catégorie et distance.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Appliquer valide les filtres avec la saisie courante ; Réinitialiser prépare les valeurs par défaut.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distances concernent les lieux uniquement. Fermer le panneau sans Appliquer n’applique pas ses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l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09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Réagir, commenter et enregistrer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Le cœur permet d’aimer une publication ; le toucher à nouveau retire la réaction.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Commentaires ouvre la zone de discussion : écrire puis Envoyer.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 marque-page enregistre le lieu lié à une publication.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Retrouver les lieux dans ☰ → Lieux enregistrés.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Une erreur réseau signifie que l’action n’est pas confirmée ; le favori revient à son état précédent si l’écriture échoue.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actions partagées nécessitent une connexion. Les favoris anonymes sont temporaires sur cet écran.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PUBLIER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Créer une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Dans Accueil, toucher « Qu’as-tu découvert… ? ».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Écrire le texte et ajouter éventuellement des médias.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Choisir Visibilité de la publication : Moi seul, Abonnés ou Public.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Appuyer sur Publier et attendre la confirmation dans le fil.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Annuler ferme le brouillon. Une publication ne valide pas une visite et ne donne pas de points de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Une publication ordinaire nécessite du texte. Le brouillon ne constitue pas une sauvegarde permanente.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PUBLIER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Jusqu’à quatre images ou vidéos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Ajouter un mélange de photos et vidéos : quatre fichiers maximum au total.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Chaque fichier doit faire au maximum 15 Mo ; un quota partagé de stockage s’applique au prototype.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Images : JPG, PNG ou WebP. Exporter les photos HEIC en JPG si nécessaire.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Vidéos : MP4 ou WebM ; MP4 H.264 est conseillé pour la présentation.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Attendre la fin de l’import ; Retirer le média permet de corriger la sélection.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photos sont réencodées. Les vidéos ne sont pas converties et conservent leurs métadonnées ; lecture à vérifier sur l’appareil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CONFIDENTIALITÉ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Choisir qui voit votre contenu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Moi seul : contenu réservé à votre compte.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Abonnés : accessible aux comptes autorisés qui vous suivent.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Public : accessible selon les règles de visibilité du prototype.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Après un check privé, la publication reprend une visibilité privée par défaut ; vous pouvez explicitement la modifier si votre compte le permet.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Un profil privé ou mineur impose des publications privées côté serveur.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Même si une publication est publique, votre historique de visites, vos preuves GPS et vos XP totaux restent personnels.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CARTE ET LIEUX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Trouver un lieu sur Carte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Déplacer et zoomer sur la carte interactive, ou utiliser la carte illustrée de secours.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Les puces sélectionnent les catégories ; Filtres précise catégorie, tri et distance.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La distance est calculée à vol d’oiseau depuis la position choisie, pas selon un itinéraire.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Toucher un repère, puis Détails pour ouvrir la page du lieu.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La recherche intelligente externe est facultative et peut être indisponible sans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repères représentent des lieux fictifs. Le radar de 250 m illustre l’éligibilité ; le serveur contrôle la validation finale.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CARTE ET LIEUX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GPS : Simulateur ou GPS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Toucher le bouton GPS avec la commune dans l’en-tête.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Simulateur : choisir une position de démonstration, par exemple Cocody Saint-Jean.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GPS Réel : autoriser la localisation et attendre une position disponible.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En attente de GPS, un filtre de distance ne peut pas fournir de résultats fiables.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Avant de confirmer un check, vérifier la mention Simulation GPS ou Position GPS.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 échec du GPS peut faire revenir ce prototype au Simulateur. Le GPS navigateur n’est pas une preuve antifraude ; HTTPS est nécessaire à son usage normal à distance.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CARTE ET LIEUX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Lire et partager une fiche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La page du lieu présente illustration, description, adresse, horaires s’ils sont connus, catégorie et tags.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Les miniatures permettent de parcourir les illustrations disponibles.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 marque-page ajoute ou retire le lieu des enregistrés.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Partager propose le menu natif ou un lien à copier, WhatsApp et e-mail.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Retour retrouve la page précédente. Le check reste au bouton central.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 lien ne rend pas le serveur accessible à distance : le destinataire doit pouvoir ouvrir la même démo. Aucune visite personnelle n’est incluse dans le lien.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r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CARTE ET LIEUX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Laisser un avis sur un lieu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Descendre à Les avis de la communauté dans la fiche.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Choisir une note de 1 à 5 étoiles.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Écrire un commentaire de 3 à 1 000 caractères puis Publier mon avis.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Votre avis existant peut être modifié avec Mettre à jour mon avis.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Les avis publics ne sont pas proposés aux profils privés ou mineurs dans cette démo.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Votre nom et votre avis deviennent visibles. L’exemple fictif n’est pas comptabilisé et la note de présentation du lieu est distincte des avis ajoutés.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CARTE ET LIEUX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Proposer un lieu manquant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Ouvrir le bouton central Check-in, puis « Le lieu n’est pas dans la liste ? Proposer ce spot ».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Renseigner nom, catégorie, commune et repère utile.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Envoyer la proposition pour illustrer la contribution communautaire.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Ce parcours et son traitement opérateur restent une démonstration locale sur l’appareil.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Une proposition n’ajoute pas automatiquement un lieu au référentiel du serveur et ne constitue pas une certification réelle.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Choisir le lieu et confirmer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Toucher le symbole central Check-in, seul point d’entrée de validation.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Sélectionner explicitement le lieu dans la liste.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Choisir la visibilité du check ; Moi seul est proposé par défaut.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Si proposé, sélectionner un événement actif au même lieu.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Appuyer sur Confirmer le check. La simulation reste clairement signalée.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Il faut être à moins de 250 m selon les coordonnées reçues. Une seule visite compte par jour et par lieu ; aucune publication n’est automatique.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Comprendre le résultat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Un succès indique que la visite est enregistrée ; les points et badges éventuels sont affichés.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Dans le scénario du maquis, la première visite de cette journée ajoute 75 XP : 1240 → 1315.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Plus tard (Terminer) ferme le résultat sans publier.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Créer une publication ouvre le partage facultatif lié à cette visite.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Une visite refusée n’attribue pas de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valeurs de départ et le barème sont fictifs et provisoires ; les points totaux ne sont visibles que par leur propriétaire.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confi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Si la connexion se coupe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Une réponse perdue ne signifie pas toujours que la visite a échoué.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L’application recherche la visite dans votre historique serveur.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Si elle la retrouve : Visite déjà enregistrée, reprise de publication possible, aucun nouveau point.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Si le résultat reste inconnu : utiliser Vérifier l’enregistrement avant de recommencer.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Une seconde tentative sur un check déjà compté permet de retrouver ce résultat sans doubler les XP.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Ne pas réinitialiser toute la démo pour résoudre une coupure réseau ou une visite déjà comptabilisée.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confi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Partager après la visite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Le lieu et le check sont déjà liés au brouillon.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Ajouter un commentaire et, si souhaité, jusqu’à quatre médias.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Vérifier Visibilité de la publication avant Publier le checkpoint.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Sans média importé, l’illustration de démonstration du lieu peut être utilisée.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Fermer un brouillon rédigé demande de confirmer son abandon ; Continuer la rédaction le conserve à l’écran.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Publier reste une décision séparée du check. Un changement de compte ferme l’ancien brouillon pour éviter un partage sous la mauvaise identité.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Ajouter une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Depuis l’accueil ou votre profil, toucher le + sur votre avatar.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Importer une seule image ou vidéo.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Ajouter éventuellement un texte, puis choisir la visibilité.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Publier la story après la fin de l’import.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La story expire après 24 heures selon l’heure du serveur.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Une story ne constitue pas une preuve de visite et n’attribue pas de XP. Les règles de profil privé ou mineur s’appliquent.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ory-aj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Lire une story depuis un 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Un anneau coloré indique qu’une story est disponible.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Toucher la photo dans l’accueil, une publication ou un profil pour la lire.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Les flèches passent aux stories précédente et suivante de cette personne.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Fermer les stories ou Échap revient à l’écran précédent.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Seul l’auteur voit Supprimer cette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 avatar sans story ne permet pas d’en lire une. Pour ouvrir un profil depuis une publication, toucher son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n-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PROFILS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Votre profil compact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Votre nom, bio, commune et compteurs sont regroupés en haut.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Les publications apparaissent rapidement sous cette présentation.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Abonnés et Abonnements ouvrent des pages avec leur propre recherche.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Votre total XP est accompagné de Visible par vous seul.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Gérer mon compte ouvre connexion, inscription, déconnexion et, si autorisé, les personnages de démo.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Certains compteurs de départ sont fictifs ; les listes contiennent les relations réellement accessibles dans le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n-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PROFILS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Voir et suivre une autre personne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Rechercher son profil dans Accueil, ou toucher son nom dans une publication.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Consulter sa bio, ses badges publics et ses publications autorisées.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Suivre ajoute le profil à vos abonnements ; Ne plus suivre retire la relation.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Toucher Abonnés ou Abonnements puis rechercher dans la liste.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Un profil privé ne dévoile pas ses publications privées dans cette démo.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XP totaux, l’historique et les preuves de visite d’autrui ne sont pas visibles.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fil-autr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MON 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Le menu reste toujours 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Toucher ☰ dans l’en-tête, même en consultant quelqu’un d’autre.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Le nom du menu est celui du compte connecté.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Accéder aux enregistrés, historique privé, progression, récompenses et classement.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Ouvrir les réglages/confidentialité ou l’aide.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Fermer le menu ou choisir une rubrique ; les pages ont leur bouton Retour.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 menu est distinct de la photo de profil, qui conserve son rôle pour les stories.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MON 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Retrouver vos lieux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☰ → Lieux enregistrés : fiches ajoutées avec le marque-page.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☰ → Historique privé : lieux associés à vos visites validées.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L’historique regroupe les visites d’un même lieu et indique la plus récente.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Toucher un lieu ouvre sa fiche ; Retour retrouve la liste.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Les tentatives refusées ne remplissent pas l’historique des lieux visités.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L’historique est réservé au propriétaire, même si son profil ou certaines publications sont publics.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stor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MON 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Badges, progression et journal 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☰ → Badges et progression montre votre niveau et votre total.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Une petite sélection de badges est affichée dans le prototype.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Les paliers sont évalués côté serveur à partir des actions validées.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 journal XP explique les mouvements enregistrés.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Les visiteurs voient uniquement vos badges débloqués, sans seuils détaillés, registre ni total XP.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 barème reste provisoire. Le catalogue technique ne signifie pas que tous les badges doivent être présentés au jury.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MON 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Le classement des explorateurs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Ouvrir ☰ → Classement des explorateurs ; il n’est plus dans Sortir.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Amis : vous et les suivis réciproques accessibles.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Global : profils publics accessibles et votre propre compte.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 classement utilise les XP des visites enregistrées durant le mois courant.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Toucher une personne ouvre son profil ; Retour conserve l’onglet choisi.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XP fictifs préchargés de départ ne sont pas ajoutés artificiellement au mois. Aucun historique de lieux n’est transmis avec ce classement.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ass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SORTIR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Sélections et événements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Sortir propose un agenda et des adresses choisies éditorialement.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Sa barre recherche seulement dans ce contenu.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Ouvrir un événement pour lire date, lieu, description, organisateur et prix fictif.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Ça m’intéresse et J’y serai expriment une intention ; un second toucher peut la retirer.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Utiliser Carte pour la recherche de lieux par catégorie ou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intentions restent locales à cet appareil et sont séparées par compte. Il n’y a ni réservation, achat ni billetterie.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MON 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Essayer une récompense fictive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Ouvrir ☰ → Récompenses fictives.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L’exemple du maquis se débloque après une visite validée à ce lieu.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Essayer l’utilisation fictive enregistre seulement l’essai.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Les XP acquis restent conservés.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Retrouver le message d’utilisation sur ce même appareil.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Aucun coupon réel, paiement, remise ou partenariat. Ne pas demander un avantage chez un commerçant à partir de cet écran.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comp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RÉGLAGES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Thème, GPS et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☰ → Réglages et confidentialité regroupe thème, position et aides à la présentation.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Mode sombre change l’apparence ; le choix est mémorisé sur l’appareil.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 bouton GPS de l’en-tête garde un accès rapide au mode et à la position simulée.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La cloche ouvre les notifications et leurs préférences.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Les notifications et intentions locales sont isolées par compte ; elles ne sont pas un système push complet multiappareil.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Les notifications de démonstration ne prouvent pas une fréquentation réelle des établissements.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gl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CONSERVER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Partager les données entre appareils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Utiliser le même compte sur le même serveur pour retrouver publications, médias, favoris, avis et visites.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Deux installations indépendantes ne partagent pas automatiquement leurs bases.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 menu conserve l’historique privé et les droits de chaque compte.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 thème, les intentions d’événement et l’essai de récompense restent locaux.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Un hébergement gratuit peut perdre son stockage lors d’un redémarrage ou redéploiement.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L’accès distant est préparé mais pas encore activé. La sauvegarde reste nécessaire avant une présentation importante.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regi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ÉTABLISSEMENTS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Voir l’aperçu d’un établissement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Réglages → Aperçu établissement · fictif.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Choisir un établissement de démonstration.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Lire les exemples de visites, enregistrements, publications et tendance sur sept jours.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Retour retrouve l’écran précédent ; aucune activité personnelle d’un visiteur n’est dévoilée.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Ces chiffres sont inventés et ne constituent pas un tableau de bord commerçant en production ni une offre d’abonnement.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ercu-etabliss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OPÉRATEUR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Les outils opérateur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Un rôle autorisé donne accès à Réglages → Console opérateur.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Les onglets montrent métriques, propositions, modération et lieux.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Les propositions et actions de modération de cette interface illustrent le fonctionnement futur ; certaines restent locales.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Le symbole de l’en-tête permet de revenir à l’accueil.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 visiteur ne reçoit pas ce rôle en choisissant un nom. Les actions serveur sensibles restent protégées ; ces écrans ne prouvent pas une exploitation réelle.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sole-operat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OPÉRATEUR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Sauvegarder et restaurer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Avec un compte opérateur autorisé : Réglages → Sauvegarde privée de la démo.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Choisir un mot de passe de sauvegarde d’au moins 16 caractères.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Télécharger le fichier chiffré .chkpt ; conserver son mot de passe séparément.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Pour restaurer, choisir le fichier et son mot de passe, puis taper REMPLACER LA DÉMO.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La restauration remplace les données et ferme les sessions : se reconnecter ensuite.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Un mot de passe perdu n’est pas récupérable. Ne pas restaurer pendant que des personnes publient.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uvega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OPÉRATEUR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Changer de personnage ou tout remettre à zéro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Le panneau Profils Démo est réservé aux accès opérateur autorisés.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Choisir un personnage permet de le montrer sans effacer toute la base.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Démarrer la démo prépare le scénario de départ, mais remet toute la base fictive à zéro.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Lire la confirmation : les comptes et contenus ajoutés sont supprimés.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Annuler conserve le travail ; Confirmer la remise à zéro exécute l’action.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Ne pas utiliser cette action pour résoudre un problème de mot de passe, de réseau ou un check déjà compté. Sauvegarder d’abord si les ajouts doivent être gardés.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et-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PRÉSENTER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La répétition d’Ingrid en trois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1. Accueil : montrer découvertes et contenus fictifs.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2. Carte → fiche du maquis → Retour.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3. Symbole central → Maquis L’Étoile → Confirmer le check en simulation.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4. Montrer résultat et badge, puis publier volontairement avec la bonne visibilité.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5. Profil → souvenir ; Sortir → événement. Garder les questions sur menu et classement pour la fin.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Tester le vrai Windows, le téléphone et le projecteur. Préparer le secours HTML et ce PDF hors connexion.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confi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DÉPANNER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Les blocages les plus fréquents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node introuvable : installer Node.js, fermer puis rouvrir le terminal.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npm ci / EUSAGE ou script demo absent : vérifier le bon dossier et la version récente du code.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ECONNRESET : connexion interrompue ; rétablir Internet puis relancer npm ci.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Téléphone sans accès : même réseau, bonne IP, serveur ouvert et ordinateur éveillé.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Check refusé : vérifier lieu, position et simulation. Check déjà compté : reprendre la visite sans nouveaux XP.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Conserver l’ancien dossier complet avant de remplacer le code ; préserver .env et .data. Ne pas effacer la base pour dépanner l’interface.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5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7315200" cy="22860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CHKPT  / 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7315200" cy="1005840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11D33"/>
                </a:solidFill>
                <a:latin typeface="Arial"/>
              </a:defRPr>
            </a:pPr>
            <a:r>
              <a:t>Avant de partir présenter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6903720" cy="32735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1.  Vérifier le compte actif, la bonne version du code et le mode GPS affiché.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2.  Sauvegarder ce qui doit être conservé ; choisir consciemment une remise à zéro.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3.  Répéter check, publication, profil et événement sur l’appareil qui sera utilisé.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4.  Ouvrir à l’avance le support de secours et le PDF sans réseau.</a:t>
            </a:r>
          </a:p>
          <a:p>
            <a:pPr>
              <a:lnSpc>
                <a:spcPct val="115000"/>
              </a:lnSpc>
              <a:spcAft>
                <a:spcPts val="1100"/>
              </a:spcAft>
              <a:defRPr sz="1700" b="0">
                <a:solidFill>
                  <a:srgbClr val="111D33"/>
                </a:solidFill>
                <a:latin typeface="Arial"/>
              </a:defRPr>
            </a:pPr>
            <a:r>
              <a:t>5.  Les tarifs, publicités, portraits, lieux et scores montrés restent des démonstrations ; aucun engagement réel n’est créé.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532120"/>
            <a:ext cx="7178040" cy="722376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6812280" cy="53035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70" b="0">
                <a:solidFill>
                  <a:srgbClr val="892C4D"/>
                </a:solidFill>
                <a:latin typeface="Arial"/>
              </a:defRPr>
            </a:pPr>
            <a:r>
              <a:t>Ce guide explique l’application actuelle. Son PowerPoint est modifiable ; son PDF est lisible sans logiciel de programmation.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8912"/>
            <a:ext cx="3246120" cy="5897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19" y="612648"/>
            <a:ext cx="2271080" cy="5532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96880"/>
                </a:solidFill>
                <a:latin typeface="Arial"/>
              </a:defRPr>
            </a:pPr>
            <a:r>
              <a:t>30 OCT. 2026 · Données fictives · Guide du prototype · Captures réelles de la version testée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92240"/>
            <a:ext cx="914400" cy="210312"/>
          </a:xfrm>
          <a:prstGeom prst="rect">
            <a:avLst/>
          </a:prstGeom>
          <a:noFill/>
        </p:spPr>
        <p:txBody>
          <a:bodyPr wrap="square" lIns="18288" rIns="18288" tIns="0" bIns="0"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759B5"/>
                </a:solidFill>
                <a:latin typeface="Arial"/>
              </a:defRPr>
            </a:pPr>
            <a: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CHKPT — Guide d’utilisation complet</dc:title>
  <dc:subject>Prototype au 30 octobre 2026 · captures fictives · parcours et confidentialité</dc:subject>
  <dc:creator>CHKPT by RED LOOP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